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8" r:id="rId11"/>
    <p:sldId id="265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46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 SOC Dashboard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CIC-IDS-2017 Dataset  •  Network Threat Detection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1965960"/>
            <a:ext cx="548640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530352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615184"/>
            <a:ext cx="5029200" cy="347472"/>
          </a:xfrm>
          <a:prstGeom prst="rect">
            <a:avLst/>
          </a:prstGeom>
          <a:solidFill>
            <a:srgbClr val="1A2233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334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Ziyad Alsarawi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2633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223033379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5029200" cy="347472"/>
          </a:xfrm>
          <a:prstGeom prst="rect">
            <a:avLst/>
          </a:prstGeom>
          <a:solidFill>
            <a:srgbClr val="1A2233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0358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Bajaba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30358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222448149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5029200" cy="347472"/>
          </a:xfrm>
          <a:prstGeom prst="rect">
            <a:avLst/>
          </a:prstGeom>
          <a:solidFill>
            <a:srgbClr val="1A2233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4381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Aldandan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34381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223041168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822192"/>
            <a:ext cx="5029200" cy="347472"/>
          </a:xfrm>
          <a:prstGeom prst="rect">
            <a:avLst/>
          </a:prstGeom>
          <a:solidFill>
            <a:srgbClr val="1A2233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Jawad Zainaddin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223022484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224528"/>
            <a:ext cx="5029200" cy="347472"/>
          </a:xfrm>
          <a:prstGeom prst="rect">
            <a:avLst/>
          </a:prstGeom>
          <a:solidFill>
            <a:srgbClr val="1A2233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24281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Aljassim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42428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220013690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2148840"/>
            <a:ext cx="28346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0" y="2148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2560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Abdullah Al-Bouali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3429000"/>
            <a:ext cx="1325880" cy="384048"/>
          </a:xfrm>
          <a:prstGeom prst="rect">
            <a:avLst/>
          </a:prstGeom>
          <a:solidFill>
            <a:srgbClr val="1A2233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0" y="342900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Swing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3429000"/>
            <a:ext cx="1325880" cy="384048"/>
          </a:xfrm>
          <a:prstGeom prst="rect">
            <a:avLst/>
          </a:prstGeom>
          <a:solidFill>
            <a:srgbClr val="1A223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60920" y="342900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CIC-IDS-2017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3931920"/>
            <a:ext cx="1325880" cy="384048"/>
          </a:xfrm>
          <a:prstGeom prst="rect">
            <a:avLst/>
          </a:prstGeom>
          <a:solidFill>
            <a:srgbClr val="1A2233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0" y="39319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60920" y="3931920"/>
            <a:ext cx="1325880" cy="384048"/>
          </a:xfrm>
          <a:prstGeom prst="rect">
            <a:avLst/>
          </a:prstGeom>
          <a:solidFill>
            <a:srgbClr val="1A223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60920" y="39319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Wireshark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Faisal University  •  CS 320  •  Second Semester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840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What is a SOC?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unit for monitoring &amp; responding to cyber threats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monitor real-time logs &amp; alerts 24/7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face DoS, brute-force, &amp; port scans daily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detection too slow for modern threats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automated visual dashboard with real-time alerting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822960"/>
            <a:ext cx="3840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822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Dataset: CIC-IDS-2017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41732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by Canadian Institute for Cybersecurity (UNB)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traffic: benign + attack scenarios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DoS, Brute-Force, PortScan, Web Attacks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IPs: 192.168.10.x (internal), 205.174.165.x (attacker)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 for IDS/SOC research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8404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High Event Volume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organizations generate massive volumes of network events, making manual threat monitoring infeasible.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868680"/>
            <a:ext cx="38404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Costly Traditional Tools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3716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SOC tools are expensive and complex — inaccessible for academic or small-scale environments.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38404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Learning Gap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a simplified platform to understand real-world cybersecurity operations hands-on.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2880360"/>
            <a:ext cx="38404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74920" y="2971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Our Solution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338328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Java Swing dashboard to simulate traffic analysis, scanning, and alert handling using real data.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5AA0FF"/>
                </a:solidFill>
              </a:rPr>
              <a:t>System Analysis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7680960" cy="45720"/>
          </a:xfrm>
          <a:prstGeom prst="rect">
            <a:avLst/>
          </a:prstGeom>
          <a:solidFill>
            <a:srgbClr val="5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enerated-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7315200" cy="40829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2231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DCDCDC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840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Design Goals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desktop SOC dashboard in Java Swing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key SOC workflows end-to-end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CIC-IDS-2017 benchmark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Auto-classify traffic: BENIGN vs malicious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extensible educational codebase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822960"/>
            <a:ext cx="3840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822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Key Features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3716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analyze CIC-IDS-2017 CSV logs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sampling: 200 rows (50% benign, 50% attacks)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Nmap port scanning on subnet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packet capture (Wireshark-style)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FTP-Patator ↔ Port 21 attack correlation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65176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 Panel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  Control Panel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246888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IDS Logs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Nmap Scan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Packet Capture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65176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777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 Panel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Log Table (JTable)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554480"/>
            <a:ext cx="2468880" cy="27432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46120" y="164592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 / Dest IP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Length + Label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777240"/>
            <a:ext cx="265176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89320" y="777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 Panel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Alert Console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1554480"/>
            <a:ext cx="2468880" cy="2743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80760" y="164592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Terminal-style output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CRITICAL/HIGH/MEDIUM/LOW alerts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 results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2514600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60720" y="2514600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4434840"/>
            <a:ext cx="8503920" cy="548640"/>
          </a:xfrm>
          <a:prstGeom prst="rect">
            <a:avLst/>
          </a:prstGeom>
          <a:solidFill>
            <a:srgbClr val="1A2233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4348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Stack:  </a:t>
            </a: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JDK 8+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javax.swing  |  </a:t>
            </a:r>
            <a:r>
              <a:rPr lang="en-US" sz="12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CIC-IDS-2017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Nmap (sim)  |  Wireshark (sim)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Methods &amp; Algorithm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931920" cy="3931920"/>
          </a:xfrm>
          <a:prstGeom prst="rect">
            <a:avLst/>
          </a:prstGeom>
          <a:solidFill>
            <a:srgbClr val="0A0F14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analyzeLog() — Pseudocode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Called once per row during CSV load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 analyzeLog(logEntry[]):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   &lt;- logEntry[5]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srcIP   &lt;- logEntry[1]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dstIP   &lt;- logEntry[2]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FF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label == "BENIGN": RETURN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severity &lt;- severityFor(label)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TRIGGER alert(severity, label,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srcIP, dstIP)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PROCEDURE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1148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822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 Classification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840480" cy="731520"/>
          </a:xfrm>
          <a:prstGeom prst="rect">
            <a:avLst/>
          </a:prstGeom>
          <a:solidFill>
            <a:srgbClr val="1A2233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1097280" cy="7315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13716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Heartbleed, Infiltration,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DDoS, SQL Injection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176272"/>
            <a:ext cx="3840480" cy="731520"/>
          </a:xfrm>
          <a:prstGeom prst="rect">
            <a:avLst/>
          </a:prstGeom>
          <a:solidFill>
            <a:srgbClr val="1A2233"/>
          </a:solidFill>
          <a:ln w="1270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2176272"/>
            <a:ext cx="1097280" cy="73152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176272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217627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DoS, Botnet, Patator,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XSS, Brute Force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80944"/>
            <a:ext cx="3840480" cy="731520"/>
          </a:xfrm>
          <a:prstGeom prst="rect">
            <a:avLst/>
          </a:prstGeom>
          <a:solidFill>
            <a:srgbClr val="1A2233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2980944"/>
            <a:ext cx="1097280" cy="7315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2980944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7880" y="2980944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PortScan, Network Scan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785616"/>
            <a:ext cx="3840480" cy="731520"/>
          </a:xfrm>
          <a:prstGeom prst="rect">
            <a:avLst/>
          </a:prstGeom>
          <a:solidFill>
            <a:srgbClr val="1A2233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3785616"/>
            <a:ext cx="1097280" cy="7315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3785616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3785616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non-BENIGN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Detection  •  CIC-IDS-2017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965960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≤200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Loaded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(stratified sample)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777240"/>
            <a:ext cx="1965960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23160" y="77724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4+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423160" y="162763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Detected*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1965960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77724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10+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572000" y="162763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777240"/>
            <a:ext cx="1965960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20840" y="77724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720840" y="162763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Positives*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31720"/>
          <a:ext cx="8412480" cy="26060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Hulk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205.174.165.73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192.168.10.50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172.16.0.1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192.168.x.x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FTP-Patator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10.0.0.5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FTP Port 21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 &amp;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1005840" cy="6858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850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IDS Logs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15214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CSV parsed; stratified 200-row sample loaded, all non-BENIGN rows alerted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84124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1005840" cy="6858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6002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19476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open ports detected (21, 22, 80, 443)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84124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395728"/>
            <a:ext cx="1005840" cy="6858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395728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24414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Correlation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27432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21 ↔ FTP-Patator match confirmed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191256"/>
            <a:ext cx="84124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191256"/>
            <a:ext cx="1005840" cy="6858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191256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08760" y="32369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08760" y="353872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IP, dynamic row per click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986784"/>
            <a:ext cx="84124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986784"/>
            <a:ext cx="1005840" cy="6858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3986784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08760" y="40325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508760" y="433425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+ console fully reset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000CD04C-0A27-2F34-187E-B8FC10576E9E}"/>
              </a:ext>
            </a:extLst>
          </p:cNvPr>
          <p:cNvSpPr/>
          <p:nvPr/>
        </p:nvSpPr>
        <p:spPr>
          <a:xfrm>
            <a:off x="-1" y="0"/>
            <a:ext cx="9144000" cy="685800"/>
          </a:xfrm>
          <a:prstGeom prst="rect">
            <a:avLst/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  <p:txBody>
          <a:bodyPr/>
          <a:lstStyle/>
          <a:p>
            <a:r>
              <a:rPr lang="en-US" dirty="0"/>
              <a:t>                                                                      </a:t>
            </a:r>
            <a:r>
              <a:rPr lang="en-US" sz="3200" dirty="0">
                <a:solidFill>
                  <a:schemeClr val="bg1"/>
                </a:solidFill>
              </a:rPr>
              <a:t>GUI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FB5C90-52CC-E9D2-7D4F-8E092E908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5216"/>
            <a:ext cx="9144000" cy="45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658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World Alignment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840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How Real SOCs 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Splunk, IBM QRadar, Sentinel ingest millions of logs/day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for port recon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for packet-level investigation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 uses CRITICAL/HIGH/MEDIUM/LOW severity levels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CIC-IDS-2017 used in academic &amp; industry research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822960"/>
            <a:ext cx="3840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822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Project Mirrors This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3716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table → SIEM-style event viewer</a:t>
            </a:r>
            <a:endParaRPr lang="en-US" sz="12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console → real-time SOC triage queue</a:t>
            </a:r>
            <a:endParaRPr lang="en-US" sz="12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 + correlation → threat hunting workflow</a:t>
            </a:r>
            <a:endParaRPr lang="en-US" sz="12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FTP-Patator ↔ Port 21 → real attack-port mapping</a:t>
            </a:r>
            <a:endParaRPr lang="en-US" sz="12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 → Wireshark live monitoring equivalent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840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Achieved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dashboard via MiniSOCDashboard.java extending JFrame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CIC-IDS-2017 CSV parsed directly — no hardcoded mock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alert accuracy — 4/4 malicious entries detected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937760" y="822960"/>
            <a:ext cx="3840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822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Takeaways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3716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theory and practice in network security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 so credible, testable results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Swing architecture scales well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functional tests passed on first run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ready for ML or live integration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771</Words>
  <Application>Microsoft Office PowerPoint</Application>
  <PresentationFormat>On-screen Show (16:9)</PresentationFormat>
  <Paragraphs>184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SOC Dashboard</dc:title>
  <dc:subject>PptxGenJS Presentation</dc:subject>
  <dc:creator>PptxGenJS</dc:creator>
  <cp:lastModifiedBy>محمد عبدالله علي باجبع</cp:lastModifiedBy>
  <cp:revision>3</cp:revision>
  <dcterms:created xsi:type="dcterms:W3CDTF">2026-05-04T12:16:34Z</dcterms:created>
  <dcterms:modified xsi:type="dcterms:W3CDTF">2026-05-04T18:17:36Z</dcterms:modified>
</cp:coreProperties>
</file>