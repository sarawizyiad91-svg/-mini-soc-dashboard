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46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 SOC Dashboard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Dataset  •  Network Threat Detection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1965960"/>
            <a:ext cx="54864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5303520" cy="2651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15184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Ziyad Alsarawi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633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223033379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Bajaba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3035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222448149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438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Aldandan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4381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223041168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822192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 Zainaddin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223022484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224528"/>
            <a:ext cx="5029200" cy="347472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2428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Aljassim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42428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220013690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2148840"/>
            <a:ext cx="283464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2560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Abdullah Al-Bouali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3429000"/>
            <a:ext cx="132588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0" y="34290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Swing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3429000"/>
            <a:ext cx="132588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60920" y="34290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CIC-IDS-2017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931920"/>
            <a:ext cx="132588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39319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3931920"/>
            <a:ext cx="1325880" cy="384048"/>
          </a:xfrm>
          <a:prstGeom prst="rect">
            <a:avLst/>
          </a:prstGeom>
          <a:solidFill>
            <a:srgbClr val="1A223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60920" y="39319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Wireshark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Faisal University  •  CS 320  •  Second Semester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is a SOC?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unit for monitoring &amp; responding to cyber threats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monitor real-time logs &amp; alerts 24/7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face DoS, brute-force, &amp; port scans daily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too slow for modern threats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automated visual dashboard with real-time alerting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Dataset: CIC-IDS-2017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41732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Canadian Institute for Cybersecurity (UNB)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traffic: benign + attack scenarios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DoS, Brute-Force, PortScan, Web Attacks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IPs: 192.168.10.x (internal), 205.174.165.x (attacker)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for IDS/SOC research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840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High Event Volume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organizations generate massive volumes of network events, making manual threat monitoring infeasible.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3840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Costly Traditional Tools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SOC tools are expensive and complex — inaccessible for academic or small-scale environments.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3840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Learning Gap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 simplified platform to understand real-world cybersecurity operations hands-on.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880360"/>
            <a:ext cx="384048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74920" y="2971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Our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38328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Java Swing dashboard to simulate traffic analysis, scanning, and alert handling using real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AA0FF"/>
                </a:solidFill>
              </a:rPr>
              <a:t>System Analysis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7680960" cy="45720"/>
          </a:xfrm>
          <a:prstGeom prst="rect">
            <a:avLst/>
          </a:prstGeom>
          <a:solidFill>
            <a:srgbClr val="5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enerated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7315200" cy="40829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2231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DCDCDC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Design Goals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desktop SOC dashboard in Java Swing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key SOC workflows end-to-end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CIC-IDS-2017 benchmark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traffic: BENIGN vs malicious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extensible educational codebase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Key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analyze CIC-IDS-2017 CSV logs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sampling: 200 rows (50% benign, 50% attacks)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Nmap port scanning on subnet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 (Wireshark-style)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FTP-Patator ↔ Port 21 attack correlation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5176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 Panel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  Control Panel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2468880" cy="2743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IDS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Nmap Scan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65176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 Panel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 Table (JTable)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554480"/>
            <a:ext cx="2468880" cy="2743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16459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/ Dest IP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+ Label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777240"/>
            <a:ext cx="265176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8932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 Panel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Alert Console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2468880" cy="27432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0760" y="1645920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Terminal-style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CRITICAL/HIGH/MEDIUM/LOW alerts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251460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2514600"/>
            <a:ext cx="2286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1A2233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Stack:  </a:t>
            </a: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JDK 8+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javax.swing  |  </a:t>
            </a:r>
            <a:r>
              <a:rPr lang="en-US" sz="1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CIC-IDS-2017</a:t>
            </a: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Nmap (sim)  |  Wireshark (sim)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 &amp; Algorithm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0A0F14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analyzeLog() — Pseudocode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Called once per row during CSV load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analyzeLog(logEntry[]):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  &lt;- logEntry[5]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srcIP   &lt;- logEntry[1]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dstIP   &lt;- logEntry[2]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label == "BENIGN": RETURN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severity &lt;- severityFor(label)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TRIGGER alert(severity, label,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srcIP, dstIP)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PROCEDURE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Classification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731520"/>
          </a:xfrm>
          <a:prstGeom prst="rect">
            <a:avLst/>
          </a:prstGeom>
          <a:solidFill>
            <a:srgbClr val="1A2233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097280" cy="7315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3716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Heartbleed, Infiltration,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DDoS, SQL Injection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76272"/>
            <a:ext cx="3840480" cy="731520"/>
          </a:xfrm>
          <a:prstGeom prst="rect">
            <a:avLst/>
          </a:prstGeom>
          <a:solidFill>
            <a:srgbClr val="1A2233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2176272"/>
            <a:ext cx="1097280" cy="73152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17627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2176272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DoS, Botnet, Patator,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XSS, Brute Force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80944"/>
            <a:ext cx="3840480" cy="731520"/>
          </a:xfrm>
          <a:prstGeom prst="rect">
            <a:avLst/>
          </a:prstGeom>
          <a:solidFill>
            <a:srgbClr val="1A2233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980944"/>
            <a:ext cx="1097280" cy="7315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98094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2980944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PortScan, Network Scan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785616"/>
            <a:ext cx="3840480" cy="731520"/>
          </a:xfrm>
          <a:prstGeom prst="rect">
            <a:avLst/>
          </a:prstGeom>
          <a:solidFill>
            <a:srgbClr val="1A2233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3785616"/>
            <a:ext cx="1097280" cy="73152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378561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3785616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non-BENIGN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Detection  •  CIC-IDS-2017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≤200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62763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Loaded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(stratified sample)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7772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423160" y="162763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Detected*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7772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10+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0" y="162763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777240"/>
            <a:ext cx="1965960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7772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720840" y="162763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Positives*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8412480" cy="2606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Hulk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205.174.165.73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192.168.10.50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172.16.0.1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192.168.x.x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FTP-Patator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10.0.0.5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FTP Port 21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850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IDS Logs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15214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CSV parsed; stratified 200-row sample loaded, all non-BENIGN rows alerted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6002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9476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open ports detected (21, 22, 80, 443)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395728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395728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24414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Correlation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7432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21 ↔ FTP-Patator match confirmed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91256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191256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19125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32369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35387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IP, dynamic row per click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841248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986784"/>
            <a:ext cx="1005840" cy="68580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986784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08760" y="40325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08760" y="433425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+ console fully reset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000CD04C-0A27-2F34-187E-B8FC10576E9E}"/>
              </a:ext>
            </a:extLst>
          </p:cNvPr>
          <p:cNvSpPr/>
          <p:nvPr/>
        </p:nvSpPr>
        <p:spPr>
          <a:xfrm>
            <a:off x="-1" y="0"/>
            <a:ext cx="9144000" cy="68580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r>
              <a:rPr lang="en-US" dirty="0"/>
              <a:t>                                                                      </a:t>
            </a:r>
            <a:r>
              <a:rPr lang="en-US" sz="3200" dirty="0">
                <a:highlight>
                  <a:srgbClr val="FFFF00"/>
                </a:highlight>
              </a:rPr>
              <a:t>GUI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70248-36E4-EE35-CD9A-C82BE10A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9143999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58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Achieved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 via MiniSOCDashboard.java extending JFrame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CIC-IDS-2017 CSV parsed directly — no hardcoded mock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alert accuracy — 4/4 malicious entries detected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positives on BENIGN-labeled traffic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Java, no dependencies, fully educational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Takeaways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theory and practice in network security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= credible, testable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Swing architecture scales well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functional tests passed on first run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ready for ML or live 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World Alignment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How Real SOCs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Splunk, IBM QRadar, Sentinel ingest millions of logs/day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is a core daily tool for port recon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used for packet-level investigation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uses CRITICAL/HIGH/MEDIUM/LOW severity levels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used in academic &amp; industry research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822960"/>
            <a:ext cx="38404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Project Mirrors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table → SIEM-style event viewer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console → real-time SOC triage queue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+ correlation → threat hunting workflow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FTP-Patator ↔ Port 21 → real attack-port mapping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→ Wireshark live monitoring equivalent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791</Words>
  <Application>Microsoft Office PowerPoint</Application>
  <PresentationFormat>On-screen Show (16:9)</PresentationFormat>
  <Paragraphs>186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SOC Dashboard</dc:title>
  <dc:subject>PptxGenJS Presentation</dc:subject>
  <dc:creator>PptxGenJS</dc:creator>
  <cp:lastModifiedBy>زياد وليد بن عبدالرحمن الصرعاوي</cp:lastModifiedBy>
  <cp:revision>2</cp:revision>
  <dcterms:created xsi:type="dcterms:W3CDTF">2026-05-04T12:16:34Z</dcterms:created>
  <dcterms:modified xsi:type="dcterms:W3CDTF">2026-05-04T13:03:29Z</dcterms:modified>
</cp:coreProperties>
</file>